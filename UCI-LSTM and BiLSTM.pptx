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FA368-00CD-0CE6-EC74-324E9B1FBF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B7DC79-F9BE-846F-66B5-0B284B5374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1F8BE-DF14-E73C-7524-8C6DF5D5B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B1501-238A-46F8-9995-53986B794AEF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697F6D-EF73-92B5-F0A8-3650335E9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097EDA-21D0-222F-F8A0-DC2EE6134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54CD-F211-48D1-96A5-8A1B05B94E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5960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15B3A-2CE3-F570-CE77-B7A459683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256D7-55AD-5CBD-09B1-7A1D89B126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EDFEE-1818-D012-BE8B-ABD8917B2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B1501-238A-46F8-9995-53986B794AEF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BD3175-EB88-8C56-A1EB-DF53C5598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1A7CB-0E2C-79AC-B193-B3E674028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54CD-F211-48D1-96A5-8A1B05B94E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1684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205CA-4E7F-9BD1-DFB6-2C9E16868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6B4F27-B435-0FCF-D168-ED8BABDEE3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E38696-37D9-F7EE-F7DB-2E6DE36F8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B1501-238A-46F8-9995-53986B794AEF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51D88A-8EAB-E43C-F32A-B5199A33E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F1B8C7-864C-A2BB-F944-83A8DFDDE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54CD-F211-48D1-96A5-8A1B05B94E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1050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D91D8-FE35-BFBB-BD25-C0FAD9A52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DAA51-A485-40C4-AFC1-5DA5856FE2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85F861-D501-EB5F-EC79-ED60DC5140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0C2853-D034-0A77-1169-90EEBB988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B1501-238A-46F8-9995-53986B794AEF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403DA0-69D6-D6D6-48D8-A36DF3927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0D1777-E673-1F3F-B788-0F066E82D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54CD-F211-48D1-96A5-8A1B05B94E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059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AA3E1-DFA6-A0ED-E413-D6290B62A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5DAF64-689A-03DE-144A-98308CC503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F7B789-AE41-7F58-0BC3-E42FB3E812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CE9912-BBD3-DE9F-8E57-7F4332B627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C3D182-6099-7ADE-C59B-CC4E9B8171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A0AE43-1268-98ED-7007-F02B1C4DC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B1501-238A-46F8-9995-53986B794AEF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BEAC4A-EF4B-D80E-4DA2-4EA201E2A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2152B1-1B75-BC5F-EA25-E45B4F275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54CD-F211-48D1-96A5-8A1B05B94E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6764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2C511-0D8C-C4D6-8A5C-F6D16908F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5F5E9A-1A32-CFED-A7B1-57A11D6B2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B1501-238A-46F8-9995-53986B794AEF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2079C8-C6DC-D746-7A93-7CC0A8618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0546CC-26EB-5302-801B-751E2E6EF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54CD-F211-48D1-96A5-8A1B05B94E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4369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90097F-708C-22F2-D784-676471E66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B1501-238A-46F8-9995-53986B794AEF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F75F57-BD05-F674-547A-3BA740C92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BB3BE3-0337-223E-FC29-EED989181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54CD-F211-48D1-96A5-8A1B05B94E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2656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3DDDA-F1E4-1682-29E6-3EBF0CB22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92D48-2C9F-6992-6A71-632256B286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80A1FC-3E02-EDCD-C06A-FA5E04283E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8F349A-F795-C13C-19FB-DAD285FF9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B1501-238A-46F8-9995-53986B794AEF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322AE8-E4CE-2A4E-A008-0812EC3ED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806049-734F-63FA-4F8A-EAD8F55A3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54CD-F211-48D1-96A5-8A1B05B94E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6214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F7AC7-5EB4-FFF6-82AC-B5AEBC906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44CE1B-5A33-3256-0F44-7C2C2B029C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E2A2B6-CF6C-D400-A0AE-31E046C0D5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B8D730-6BA0-DCF0-68B1-E7DFFDCB3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B1501-238A-46F8-9995-53986B794AEF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83DA22-9F26-CE25-8377-878E9CA90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A7ADD8-A971-3705-F506-F2EB81009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54CD-F211-48D1-96A5-8A1B05B94E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4349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C2AAB-6DA4-79FC-8513-D6704B99B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F2895A-1C32-9A73-ACE3-5B71C93B00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0B3B21-BC36-287F-997F-03D4D121B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B1501-238A-46F8-9995-53986B794AEF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5D971-79A0-A3D2-56E3-E659EB9D2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42518-96CB-92A9-2E6E-F401CDAA7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54CD-F211-48D1-96A5-8A1B05B94E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7359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CA700B-F106-A205-A46F-7703E31551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988D10-B34B-18A9-D1C8-429E4F4000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84822-4EC2-7795-CBD6-93494E800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B1501-238A-46F8-9995-53986B794AEF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4A588-42E9-F362-562D-C75957408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47ABF7-7BF7-E035-87C3-29333370E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54CD-F211-48D1-96A5-8A1B05B94E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275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67B1AA-1DFA-91AA-EEA1-B362E545C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6E5EC7-3D40-C776-4B98-92E3E38DBD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2C0F0-3491-6994-F95F-9ADA1BE5C5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4B1501-238A-46F8-9995-53986B794AEF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56F20-D31F-9858-3E36-292B9157FD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795F1F-95B8-DD95-A663-C67C4EA763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6454CD-F211-48D1-96A5-8A1B05B94E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6026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6A148-CEE5-B205-238C-A65073E722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UCI-LSTM and </a:t>
            </a:r>
            <a:r>
              <a:rPr lang="en-IN" dirty="0" err="1"/>
              <a:t>BiLSTM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7833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93740B-0D4B-E5C4-CB55-69CCA96DB680}"/>
              </a:ext>
            </a:extLst>
          </p:cNvPr>
          <p:cNvSpPr txBox="1"/>
          <p:nvPr/>
        </p:nvSpPr>
        <p:spPr>
          <a:xfrm>
            <a:off x="206478" y="117987"/>
            <a:ext cx="11562735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2800" dirty="0"/>
              <a:t>Dataset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6517BE-B533-694A-B706-DCBB51480A7A}"/>
              </a:ext>
            </a:extLst>
          </p:cNvPr>
          <p:cNvSpPr txBox="1"/>
          <p:nvPr/>
        </p:nvSpPr>
        <p:spPr>
          <a:xfrm>
            <a:off x="332509" y="1142999"/>
            <a:ext cx="11315700" cy="37856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Dataset has 6 activities present: walking, walking upstairs, walking downstairs, sitting, standing, Laying.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Used processed version of UCI-HAR Dataset where instead of raw signals, it has 561 Numerical features.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Total 10,299 samples each 561 features.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Sensors used: Accelerometer, Gyroscope.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/>
          </a:p>
          <a:p>
            <a:r>
              <a:rPr lang="en-IN" sz="2400" b="1" u="sng" dirty="0"/>
              <a:t>Limitation of CSV version:</a:t>
            </a:r>
          </a:p>
          <a:p>
            <a:r>
              <a:rPr lang="en-IN" sz="2400" dirty="0"/>
              <a:t>	</a:t>
            </a:r>
            <a:r>
              <a:rPr lang="en-US" sz="2400" dirty="0"/>
              <a:t>The CSV version contains extracted statistical features rather than raw sequential signals. Therefore, temporal information is partially reduced during preprocessing.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987733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AA8356-F72E-BF00-C282-F03039CFEF77}"/>
              </a:ext>
            </a:extLst>
          </p:cNvPr>
          <p:cNvSpPr txBox="1"/>
          <p:nvPr/>
        </p:nvSpPr>
        <p:spPr>
          <a:xfrm>
            <a:off x="206478" y="117987"/>
            <a:ext cx="11562735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2800" dirty="0"/>
              <a:t>LSTM Results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4FDD657-2CA2-F6CF-4B9A-9D47E4848E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219" y="876509"/>
            <a:ext cx="6720348" cy="5863504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0AF1787-AA72-E055-4491-B4603229DB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1442" y="1076294"/>
            <a:ext cx="4747671" cy="214902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BCF8361-AF30-9E7C-85D1-5921D4FE6692}"/>
              </a:ext>
            </a:extLst>
          </p:cNvPr>
          <p:cNvSpPr txBox="1"/>
          <p:nvPr/>
        </p:nvSpPr>
        <p:spPr>
          <a:xfrm>
            <a:off x="7629832" y="4070555"/>
            <a:ext cx="361827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Train accuracy = 97%</a:t>
            </a:r>
          </a:p>
        </p:txBody>
      </p:sp>
    </p:spTree>
    <p:extLst>
      <p:ext uri="{BB962C8B-B14F-4D97-AF65-F5344CB8AC3E}">
        <p14:creationId xmlns:p14="http://schemas.microsoft.com/office/powerpoint/2010/main" val="3932507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1FFEDE-BC64-ECC8-FCE4-2F5FB99C2BBE}"/>
              </a:ext>
            </a:extLst>
          </p:cNvPr>
          <p:cNvSpPr txBox="1"/>
          <p:nvPr/>
        </p:nvSpPr>
        <p:spPr>
          <a:xfrm>
            <a:off x="206478" y="117987"/>
            <a:ext cx="11562735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2800" dirty="0" err="1"/>
              <a:t>BiLSTM</a:t>
            </a:r>
            <a:r>
              <a:rPr lang="en-IN" sz="2800" dirty="0"/>
              <a:t> Results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EFDFE03-7EDD-0760-31B2-7E074186CD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478" y="790723"/>
            <a:ext cx="6818671" cy="594929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1687672-A344-736B-DDC3-FC6E2A138F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4587" y="1257112"/>
            <a:ext cx="4625741" cy="217188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A2F725C-EC89-6E65-5021-C0D200DEF5A9}"/>
              </a:ext>
            </a:extLst>
          </p:cNvPr>
          <p:cNvSpPr txBox="1"/>
          <p:nvPr/>
        </p:nvSpPr>
        <p:spPr>
          <a:xfrm>
            <a:off x="7462684" y="4159045"/>
            <a:ext cx="375592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Train Accuracy = 99.3%</a:t>
            </a:r>
          </a:p>
        </p:txBody>
      </p:sp>
    </p:spTree>
    <p:extLst>
      <p:ext uri="{BB962C8B-B14F-4D97-AF65-F5344CB8AC3E}">
        <p14:creationId xmlns:p14="http://schemas.microsoft.com/office/powerpoint/2010/main" val="33732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99</Words>
  <Application>Microsoft Office PowerPoint</Application>
  <PresentationFormat>Widescreen</PresentationFormat>
  <Paragraphs>13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UCI-LSTM and BiLSTM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poojith kumar parchuri</dc:creator>
  <cp:lastModifiedBy>poojith kumar parchuri</cp:lastModifiedBy>
  <cp:revision>2</cp:revision>
  <dcterms:created xsi:type="dcterms:W3CDTF">2026-05-28T03:25:11Z</dcterms:created>
  <dcterms:modified xsi:type="dcterms:W3CDTF">2026-05-28T04:32:31Z</dcterms:modified>
</cp:coreProperties>
</file>