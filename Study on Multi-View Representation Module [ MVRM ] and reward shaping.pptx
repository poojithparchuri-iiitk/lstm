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AC38-3D7A-7694-6092-1593768D2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9159A-6CAF-BFF6-227D-7A4EAE25B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A7C4A-3B24-DD32-2900-708FB4F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E92C-6056-4FA4-9BCE-CDC3A2BE67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3E496-D35A-CCFA-46C1-F293C5FF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C15C4-1074-5B56-F34E-53F31B8DA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E3BDA-47CE-413C-8E99-C94466126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50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6F3DB-7F6E-DD8D-6804-381BD9AF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973B8-4B76-B3C8-51CD-B82C3C581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79D95-1FC2-958A-3BFF-D54BE97B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E92C-6056-4FA4-9BCE-CDC3A2BE67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97F1-5B50-4C7B-22B5-8E73A963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FE19B-A0BB-7684-FBF8-90633130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E3BDA-47CE-413C-8E99-C94466126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67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3BA20-9B58-2C9E-A3B7-2905DE76E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2780B-D630-CDF4-CD0F-E1B7B2A5A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61DBF-84CE-3B4E-A879-DE8DA8F7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E92C-6056-4FA4-9BCE-CDC3A2BE67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33832-7E8F-4510-CF4C-BC7F099A1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D6223-9215-25CB-50D8-F9C4A748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E3BDA-47CE-413C-8E99-C94466126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6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902A-436C-8022-C657-EF3AB1A84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D4839-1751-341E-6F42-56533F277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3C273-0553-80D2-375F-78B336A83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766E8-D360-E7AF-387B-968378FD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E92C-6056-4FA4-9BCE-CDC3A2BE67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00CF2-6A0C-3C1A-FB71-EBB88223C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57006-2613-AE38-B4CE-7ECACA0C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E3BDA-47CE-413C-8E99-C94466126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11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ECD3-3638-0D67-F78F-A4DF0A56C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AF4AA-D944-E313-C51C-DC11FB1AF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90D12-59EE-A253-CA5D-2AEE2605B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E6B90-B007-D147-53BC-EC535BE1C1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A2716B-DDC0-46F6-67DF-8ECDF3E13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B91437-BCF3-64DE-1460-AF939B644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E92C-6056-4FA4-9BCE-CDC3A2BE67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623695-2DE0-E07C-AC85-E9D779AE8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608F46-334D-125E-2503-51EC7EFD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E3BDA-47CE-413C-8E99-C94466126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4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95B8-20C7-F673-13ED-0A96DC3A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CD81A-A09F-7DB0-D380-F8133D955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E92C-6056-4FA4-9BCE-CDC3A2BE67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7032A-8901-D0A5-B70D-B9BEF42F6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8272F-0338-04C1-1C75-3088D5E58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E3BDA-47CE-413C-8E99-C94466126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24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513DF-073C-7DA0-6CAF-A960CB17B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E92C-6056-4FA4-9BCE-CDC3A2BE67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B51B8-065F-A570-A1F0-E7F8F822D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A9507-A045-467B-78D8-8537B1BC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E3BDA-47CE-413C-8E99-C94466126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52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0612-E5D6-E508-2992-54A29E1C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272B7-4742-C256-2893-C19E1C878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9F961-42EE-A9EC-69BD-93A28C4F0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CD0F9-AE95-6D78-44A4-2DABD0849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E92C-6056-4FA4-9BCE-CDC3A2BE67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6E0CD-3A13-96DC-F059-33B144C78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66E34-DDF5-6494-C168-4640E9B0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E3BDA-47CE-413C-8E99-C94466126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718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C4CE-720A-43DF-7EC9-15E161E9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F6A152-F947-FAEA-7AEE-61297905C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49FAC7-EB63-37C9-9D40-37892C0C7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EE320-350B-30A3-0276-317A61D5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E92C-6056-4FA4-9BCE-CDC3A2BE67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1D32E-C17D-532D-6CFE-FEBA3401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A5170-06A5-7753-2E93-563AC361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E3BDA-47CE-413C-8E99-C94466126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77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6969-ECB4-C438-742B-8A73DBB84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4D5B1-212D-9AC7-7DFC-40D86EB56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316B2-08B6-8825-0C6D-65428DC3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E92C-6056-4FA4-9BCE-CDC3A2BE67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04DC3-8BB1-3BED-BC4F-14F8C9CD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43BA6-093B-D439-CF17-CFAE50E3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E3BDA-47CE-413C-8E99-C94466126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85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0EC816-A462-57A5-FF9F-372A9AEF4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BF269-BBA0-3C1B-F3E4-8BFB25414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356F9-A2E5-ACC2-530D-9F030AB5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E92C-6056-4FA4-9BCE-CDC3A2BE67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DA696-19B5-3212-C267-F78068FF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37304-E23C-BC92-A9C1-D2BCAC598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E3BDA-47CE-413C-8E99-C94466126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09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C4E363-1363-9E55-D482-EB1E25D9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08596-C9B0-15FF-8ECA-68B15F0DD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D7082-7EEC-1778-43B1-2EFCC81A1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DE92C-6056-4FA4-9BCE-CDC3A2BE67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6A596-6E71-745E-D70D-9218A4C87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E9D65-ADE9-4319-E789-23C6F5CCB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E3BDA-47CE-413C-8E99-C94466126D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30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FB566-B3A1-5F51-984F-C389C560C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219" y="2113935"/>
            <a:ext cx="11631561" cy="178947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sz="4000" dirty="0"/>
              <a:t>Study on Multi-View Representation Module [ MVRM ]        </a:t>
            </a:r>
            <a:br>
              <a:rPr lang="en-IN" sz="4000" dirty="0"/>
            </a:br>
            <a:r>
              <a:rPr lang="en-IN" sz="4000" dirty="0"/>
              <a:t>                                       and          </a:t>
            </a:r>
            <a:br>
              <a:rPr lang="en-IN" sz="4000" dirty="0"/>
            </a:br>
            <a:r>
              <a:rPr lang="en-IN" sz="4000" dirty="0"/>
              <a:t>                        Reward Shaping in HAR.</a:t>
            </a:r>
          </a:p>
        </p:txBody>
      </p:sp>
    </p:spTree>
    <p:extLst>
      <p:ext uri="{BB962C8B-B14F-4D97-AF65-F5344CB8AC3E}">
        <p14:creationId xmlns:p14="http://schemas.microsoft.com/office/powerpoint/2010/main" val="2519123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12CB-1AAE-9378-CAAE-967CA868D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127819"/>
            <a:ext cx="11936361" cy="65876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6DD91-7922-20DF-A787-A876C2752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042220"/>
            <a:ext cx="11936361" cy="5476568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dirty="0"/>
              <a:t>Modern HAR systems collect information from multiple sources including:</a:t>
            </a:r>
          </a:p>
          <a:p>
            <a:r>
              <a:rPr lang="en-IN" dirty="0"/>
              <a:t>RGB Cameras</a:t>
            </a:r>
          </a:p>
          <a:p>
            <a:r>
              <a:rPr lang="en-IN" dirty="0"/>
              <a:t>Depth Cameras</a:t>
            </a:r>
          </a:p>
          <a:p>
            <a:r>
              <a:rPr lang="en-IN" dirty="0"/>
              <a:t>Accelerometers</a:t>
            </a:r>
          </a:p>
          <a:p>
            <a:r>
              <a:rPr lang="en-IN" dirty="0"/>
              <a:t>Gyroscopes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Each source captures different aspects of the same activity.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dirty="0"/>
              <a:t>Eg: Climbing stairs.</a:t>
            </a:r>
          </a:p>
          <a:p>
            <a:pPr marL="0" indent="0">
              <a:buNone/>
            </a:pPr>
            <a:r>
              <a:rPr lang="en-IN" dirty="0"/>
              <a:t>-- Gyroscope </a:t>
            </a:r>
            <a:r>
              <a:rPr lang="en-IN" dirty="0">
                <a:sym typeface="Wingdings" panose="05000000000000000000" pitchFamily="2" charset="2"/>
              </a:rPr>
              <a:t> Detects body tilt and leg rotation.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-- </a:t>
            </a:r>
            <a:r>
              <a:rPr lang="en-IN" dirty="0"/>
              <a:t> Accelerometer </a:t>
            </a:r>
            <a:r>
              <a:rPr lang="en-IN" dirty="0">
                <a:sym typeface="Wingdings" panose="05000000000000000000" pitchFamily="2" charset="2"/>
              </a:rPr>
              <a:t> Detects vertical movements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484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C326E-1A3B-0C31-2C29-B68764B23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B8851-06DC-6C64-9E9A-61ABDCB76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127819"/>
            <a:ext cx="11936361" cy="65876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7BDC7-D661-55B4-D9E1-785646954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042220"/>
            <a:ext cx="11936361" cy="5476568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dirty="0"/>
              <a:t>Challenges in Human Activity Recognition:</a:t>
            </a:r>
          </a:p>
          <a:p>
            <a:r>
              <a:rPr lang="en-IN" dirty="0"/>
              <a:t>Different sensors provide different information.</a:t>
            </a:r>
          </a:p>
          <a:p>
            <a:r>
              <a:rPr lang="en-IN" dirty="0"/>
              <a:t>Data from different modalities may be misaligned.</a:t>
            </a:r>
          </a:p>
          <a:p>
            <a:r>
              <a:rPr lang="en-IN" dirty="0"/>
              <a:t>Some sensors may fail or produce noisy data.</a:t>
            </a:r>
          </a:p>
          <a:p>
            <a:r>
              <a:rPr lang="en-IN" dirty="0"/>
              <a:t>Single-sensor systems capture only partial information.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Goal : Combine all Sensor information in an efficient manner to improve accuracy.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8785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3CA70-3F38-C139-5456-1CCBFDD6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CB5D-6270-5C20-7DFA-D995A339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127819"/>
            <a:ext cx="11936361" cy="65876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What is MVRM?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B2C7D-1625-028F-FDB8-4CA781C34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042220"/>
            <a:ext cx="11936361" cy="5476568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à"/>
            </a:pPr>
            <a:r>
              <a:rPr lang="en-IN" dirty="0"/>
              <a:t>Multi-View Representation Module (MVRM) is a framework that learns a unified feature representation by combining information from multiple views or modalities of the same activity.</a:t>
            </a:r>
          </a:p>
          <a:p>
            <a:pPr>
              <a:buFont typeface="Wingdings" panose="05000000000000000000" pitchFamily="2" charset="2"/>
              <a:buChar char="à"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Why is it Needed?</a:t>
            </a:r>
          </a:p>
          <a:p>
            <a:r>
              <a:rPr lang="en-IN" dirty="0"/>
              <a:t>Different views contain different information.</a:t>
            </a:r>
          </a:p>
          <a:p>
            <a:r>
              <a:rPr lang="en-IN" dirty="0"/>
              <a:t>Single view provides only Partial understanding.</a:t>
            </a:r>
          </a:p>
          <a:p>
            <a:r>
              <a:rPr lang="en-IN" dirty="0"/>
              <a:t>Combining Multiple views improves activity recognition performance.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u="sng" dirty="0"/>
              <a:t>Core Idea:</a:t>
            </a:r>
            <a:r>
              <a:rPr lang="en-IN" b="1" dirty="0"/>
              <a:t> </a:t>
            </a:r>
            <a:r>
              <a:rPr lang="en-IN" dirty="0"/>
              <a:t> mix up all signals to unified representation and use that info for classification.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463066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90614-B586-DCFC-F669-D480C1BB8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F0449-855C-BD29-E446-D7AE994FA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127819"/>
            <a:ext cx="11936361" cy="65876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Working of MVRM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0FD21-6EE1-80D0-CF9A-0A0C90895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042220"/>
            <a:ext cx="11936361" cy="5476568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dirty="0"/>
              <a:t>1) Receives data from multiple sensors.</a:t>
            </a:r>
          </a:p>
          <a:p>
            <a:pPr marL="0" indent="0">
              <a:buNone/>
            </a:pPr>
            <a:r>
              <a:rPr lang="en-IN" dirty="0"/>
              <a:t>Eg: RGB camera,  Accelerometer, Gyroscope - - .</a:t>
            </a:r>
          </a:p>
          <a:p>
            <a:pPr marL="0" indent="0">
              <a:buNone/>
            </a:pPr>
            <a:r>
              <a:rPr lang="en-IN" dirty="0"/>
              <a:t>2)Extracts important features from each view using different DL models.</a:t>
            </a:r>
          </a:p>
          <a:p>
            <a:pPr marL="0" indent="0">
              <a:buNone/>
            </a:pPr>
            <a:r>
              <a:rPr lang="en-IN" dirty="0"/>
              <a:t>Eg: camera – visual features, Accelerometer – Motion, Gyroscope – Rotation - - .</a:t>
            </a:r>
          </a:p>
          <a:p>
            <a:pPr marL="0" indent="0">
              <a:buNone/>
            </a:pPr>
            <a:r>
              <a:rPr lang="en-IN" dirty="0"/>
              <a:t>3)Learns relationships between views.</a:t>
            </a:r>
          </a:p>
          <a:p>
            <a:pPr marL="0" indent="0">
              <a:buNone/>
            </a:pPr>
            <a:r>
              <a:rPr lang="en-IN" dirty="0"/>
              <a:t>4)Combines complementary information.</a:t>
            </a:r>
          </a:p>
          <a:p>
            <a:pPr marL="0" indent="0">
              <a:buNone/>
            </a:pPr>
            <a:r>
              <a:rPr lang="en-IN" dirty="0"/>
              <a:t>5)Produces a unified feature representation.</a:t>
            </a:r>
          </a:p>
          <a:p>
            <a:pPr marL="514350" indent="-514350">
              <a:buAutoNum type="arabicParenR"/>
            </a:pPr>
            <a:endParaRPr lang="en-IN" dirty="0"/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 Output of MVRM is Unified Feature Representation[ also called fused feature vector ]</a:t>
            </a:r>
            <a:endParaRPr lang="en-IN" dirty="0"/>
          </a:p>
          <a:p>
            <a:pPr marL="514350" indent="-514350">
              <a:buAutoNum type="arabicParenR"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334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D65D1-676D-3C7A-F905-9940F4157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83A13-2A3E-B609-C186-C120703AE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127819"/>
            <a:ext cx="11936361" cy="65876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Reward 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EB4D9-ABB2-7A2E-B273-43C4B69BD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042220"/>
            <a:ext cx="11936361" cy="5476568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dirty="0"/>
              <a:t>Reward shipping is:</a:t>
            </a:r>
          </a:p>
          <a:p>
            <a:r>
              <a:rPr lang="en-IN" dirty="0"/>
              <a:t>A technique used in Reinforcement Learning. </a:t>
            </a:r>
          </a:p>
          <a:p>
            <a:r>
              <a:rPr lang="en-IN" dirty="0"/>
              <a:t>Provides additional intermediate rewards. </a:t>
            </a:r>
          </a:p>
          <a:p>
            <a:r>
              <a:rPr lang="en-IN" dirty="0"/>
              <a:t>Guides the agent toward desired actions. </a:t>
            </a:r>
          </a:p>
          <a:p>
            <a:r>
              <a:rPr lang="en-IN" dirty="0"/>
              <a:t>Reduces sparse reward problems. </a:t>
            </a:r>
          </a:p>
          <a:p>
            <a:r>
              <a:rPr lang="en-IN" dirty="0"/>
              <a:t>Accelerates learning and convergence.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u="sng" dirty="0"/>
              <a:t>Benefit: </a:t>
            </a:r>
            <a:r>
              <a:rPr lang="en-IN" dirty="0"/>
              <a:t>Instead of receiving feedback only at the final goal, the agent receives useful feedback throughout the learning process.</a:t>
            </a:r>
            <a:endParaRPr lang="en-IN" b="1" u="sng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5966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C866-A4D5-C12A-2347-7A97E1AF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BFD8-9DC9-6E4B-8353-0E1736D4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127819"/>
            <a:ext cx="11936361" cy="65876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Reward 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522BC-DDE1-BE7E-6EBC-6D3A783E5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042220"/>
            <a:ext cx="11936361" cy="5476568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/>
              <a:t>Reward shaping </a:t>
            </a:r>
            <a:r>
              <a:rPr lang="en-IN" dirty="0"/>
              <a:t>is:</a:t>
            </a:r>
          </a:p>
          <a:p>
            <a:r>
              <a:rPr lang="en-IN" dirty="0"/>
              <a:t>A technique used in Reinforcement Learning. </a:t>
            </a:r>
          </a:p>
          <a:p>
            <a:r>
              <a:rPr lang="en-IN" dirty="0"/>
              <a:t>Provides additional intermediate rewards. </a:t>
            </a:r>
          </a:p>
          <a:p>
            <a:r>
              <a:rPr lang="en-IN" dirty="0"/>
              <a:t>Guides the agent toward desired actions. </a:t>
            </a:r>
          </a:p>
          <a:p>
            <a:r>
              <a:rPr lang="en-IN" dirty="0"/>
              <a:t>Reduces sparse reward problems. </a:t>
            </a:r>
          </a:p>
          <a:p>
            <a:r>
              <a:rPr lang="en-IN" dirty="0"/>
              <a:t>Accelerates learning and convergence.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u="sng" dirty="0"/>
              <a:t>Benefit: </a:t>
            </a:r>
            <a:r>
              <a:rPr lang="en-IN" dirty="0"/>
              <a:t>Instead of receiving feedback only at the final goal, the agent receives useful feedback throughout the learning process.</a:t>
            </a:r>
            <a:endParaRPr lang="en-IN" b="1" u="sng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9056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2B122-FBBF-A31E-2DEA-B7F07B1C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9ADCC-4087-AA0D-8A0F-D1ECF50D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127819"/>
            <a:ext cx="11936361" cy="65876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Working of Reward 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27F5E-EBF1-6161-EAE4-724200975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042220"/>
            <a:ext cx="11936361" cy="547656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Step 1: Agent Observes the Environment</a:t>
            </a:r>
          </a:p>
          <a:p>
            <a:r>
              <a:rPr lang="en-IN" dirty="0"/>
              <a:t>The agent receives the current state. </a:t>
            </a:r>
          </a:p>
          <a:p>
            <a:r>
              <a:rPr lang="en-IN" dirty="0"/>
              <a:t>It </a:t>
            </a:r>
            <a:r>
              <a:rPr lang="en-IN" dirty="0" err="1"/>
              <a:t>analyzes</a:t>
            </a:r>
            <a:r>
              <a:rPr lang="en-IN" dirty="0"/>
              <a:t> the situation before making a decision. </a:t>
            </a:r>
          </a:p>
          <a:p>
            <a:pPr marL="0" indent="0">
              <a:buNone/>
            </a:pPr>
            <a:r>
              <a:rPr lang="en-IN" b="1" dirty="0"/>
              <a:t>Step 2: Agent Takes an Action</a:t>
            </a:r>
          </a:p>
          <a:p>
            <a:r>
              <a:rPr lang="en-IN" dirty="0"/>
              <a:t>The agent performs an action based on its current policy. </a:t>
            </a:r>
          </a:p>
          <a:p>
            <a:r>
              <a:rPr lang="en-IN" dirty="0"/>
              <a:t>Example: Move forward, turn left, grab an object. </a:t>
            </a:r>
          </a:p>
          <a:p>
            <a:pPr marL="0" indent="0">
              <a:buNone/>
            </a:pPr>
            <a:r>
              <a:rPr lang="en-IN" b="1" dirty="0"/>
              <a:t>Step 3: Environment Provides Feedback</a:t>
            </a:r>
          </a:p>
          <a:p>
            <a:r>
              <a:rPr lang="en-IN" dirty="0"/>
              <a:t>The environment responds to the action. </a:t>
            </a:r>
          </a:p>
          <a:p>
            <a:r>
              <a:rPr lang="en-IN" dirty="0"/>
              <a:t>The agent moves to a new state.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8468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26B19-892D-1B20-69B1-96AF5244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6E28-DF97-7C97-8469-A2633133A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127819"/>
            <a:ext cx="11936361" cy="65876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Working of Reward 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83E0A-B60E-7CE5-78C2-53C21E49F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042220"/>
            <a:ext cx="11936361" cy="547656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Step 4: Reward Shaping Adds Intermediate Rewards</a:t>
            </a:r>
          </a:p>
          <a:p>
            <a:r>
              <a:rPr lang="en-IN" dirty="0"/>
              <a:t>Additional rewards are provided for useful actions. </a:t>
            </a:r>
          </a:p>
          <a:p>
            <a:r>
              <a:rPr lang="en-IN" dirty="0"/>
              <a:t>Guides the agent toward the desired goal. </a:t>
            </a:r>
          </a:p>
          <a:p>
            <a:pPr marL="0" indent="0">
              <a:buNone/>
            </a:pPr>
            <a:r>
              <a:rPr lang="en-IN" b="1" dirty="0"/>
              <a:t>Step 5: Agent Updates Its Learning Policy</a:t>
            </a:r>
          </a:p>
          <a:p>
            <a:r>
              <a:rPr lang="en-IN" dirty="0"/>
              <a:t>The agent learns from the received rewards. </a:t>
            </a:r>
          </a:p>
          <a:p>
            <a:r>
              <a:rPr lang="en-IN" dirty="0"/>
              <a:t>Useful actions become more likely in future decisions. </a:t>
            </a:r>
          </a:p>
          <a:p>
            <a:pPr marL="0" indent="0">
              <a:buNone/>
            </a:pPr>
            <a:r>
              <a:rPr lang="en-IN" b="1" dirty="0"/>
              <a:t>Step 6: Repeat Until Goal is Achieved</a:t>
            </a:r>
          </a:p>
          <a:p>
            <a:r>
              <a:rPr lang="en-IN" dirty="0"/>
              <a:t>The process continues through multiple episodes. </a:t>
            </a:r>
          </a:p>
          <a:p>
            <a:r>
              <a:rPr lang="en-IN" dirty="0"/>
              <a:t>The agent gradually learns the optimal </a:t>
            </a:r>
            <a:r>
              <a:rPr lang="en-IN" dirty="0" err="1"/>
              <a:t>behavior</a:t>
            </a:r>
            <a:r>
              <a:rPr lang="en-I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70906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DB04-38CA-ED9F-22C7-A68341E3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F8CB-6900-7E83-68A9-094B91359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127819"/>
            <a:ext cx="11936361" cy="65876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Reward shaping in HAR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15105-00BF-D0A2-9F10-57910DCD8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042220"/>
            <a:ext cx="11936361" cy="547656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dirty="0"/>
              <a:t>Traditional HAR is based on supervised Learning using CNNs, LSTMs .</a:t>
            </a:r>
          </a:p>
          <a:p>
            <a:r>
              <a:rPr lang="en-IN" dirty="0"/>
              <a:t>Reward shipping is mainly used when HAR is formulated as Reinforcement Learning</a:t>
            </a:r>
          </a:p>
          <a:p>
            <a:r>
              <a:rPr lang="en-IN" dirty="0"/>
              <a:t>It provides intermediate rewards for important activity stages instead of rewarding the final recognition.</a:t>
            </a:r>
          </a:p>
          <a:p>
            <a:r>
              <a:rPr lang="en-IN" dirty="0"/>
              <a:t>Helps model learn efficiently.</a:t>
            </a:r>
          </a:p>
          <a:p>
            <a:r>
              <a:rPr lang="en-IN" dirty="0"/>
              <a:t>Can support early activity detection before the complete activity is finished.</a:t>
            </a:r>
          </a:p>
          <a:p>
            <a:pPr marL="0" indent="0">
              <a:buNone/>
            </a:pPr>
            <a:r>
              <a:rPr lang="en-IN" dirty="0"/>
              <a:t>Useful in applications like:</a:t>
            </a:r>
          </a:p>
          <a:p>
            <a:r>
              <a:rPr lang="en-IN" dirty="0"/>
              <a:t>Fall Detection</a:t>
            </a:r>
          </a:p>
          <a:p>
            <a:r>
              <a:rPr lang="en-IN" dirty="0"/>
              <a:t>Human-Robot Interaction</a:t>
            </a:r>
          </a:p>
        </p:txBody>
      </p:sp>
    </p:spTree>
    <p:extLst>
      <p:ext uri="{BB962C8B-B14F-4D97-AF65-F5344CB8AC3E}">
        <p14:creationId xmlns:p14="http://schemas.microsoft.com/office/powerpoint/2010/main" val="1616134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0B5C7-960D-4F11-2978-DD1E4DFEF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ADC8F-4F36-74EC-6099-1FD24542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127819"/>
            <a:ext cx="11936361" cy="65876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Reward shaping in HAR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797E1-13B7-8DE8-8850-CF9783598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042220"/>
            <a:ext cx="11936361" cy="547656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Without Reward shaping</a:t>
            </a:r>
          </a:p>
          <a:p>
            <a:r>
              <a:rPr lang="en-IN" dirty="0"/>
              <a:t>Sitting recognized = +1</a:t>
            </a:r>
          </a:p>
          <a:p>
            <a:r>
              <a:rPr lang="en-IN" dirty="0"/>
              <a:t>Otherwise = +0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With Reward shaping</a:t>
            </a:r>
          </a:p>
          <a:p>
            <a:r>
              <a:rPr lang="en-IN" dirty="0"/>
              <a:t>current standing posture detected =  +0.2</a:t>
            </a:r>
          </a:p>
          <a:p>
            <a:r>
              <a:rPr lang="en-IN" dirty="0"/>
              <a:t>Knee Bending Detected = +0.3</a:t>
            </a:r>
          </a:p>
          <a:p>
            <a:r>
              <a:rPr lang="en-IN" dirty="0"/>
              <a:t>Body down motion detected = +0.5</a:t>
            </a:r>
          </a:p>
          <a:p>
            <a:r>
              <a:rPr lang="en-IN" dirty="0"/>
              <a:t>Sitting recognised = +1</a:t>
            </a:r>
          </a:p>
        </p:txBody>
      </p:sp>
    </p:spTree>
    <p:extLst>
      <p:ext uri="{BB962C8B-B14F-4D97-AF65-F5344CB8AC3E}">
        <p14:creationId xmlns:p14="http://schemas.microsoft.com/office/powerpoint/2010/main" val="137890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CC1D4-46AB-4DF5-7FED-13517A6A6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98E0-0C76-814A-1E49-F61D98CE1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127819"/>
            <a:ext cx="11936361" cy="65876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Challenges in Reward Shipping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FF8F6-396A-C92C-9034-9E5187CA8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042220"/>
            <a:ext cx="11936361" cy="547656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dirty="0"/>
              <a:t>Reward Design is little difficult</a:t>
            </a:r>
          </a:p>
          <a:p>
            <a:r>
              <a:rPr lang="en-IN" dirty="0"/>
              <a:t>Wrong rewards can misleading learning</a:t>
            </a:r>
          </a:p>
          <a:p>
            <a:r>
              <a:rPr lang="en-IN" dirty="0"/>
              <a:t>Additional computational complexity</a:t>
            </a:r>
          </a:p>
        </p:txBody>
      </p:sp>
    </p:spTree>
    <p:extLst>
      <p:ext uri="{BB962C8B-B14F-4D97-AF65-F5344CB8AC3E}">
        <p14:creationId xmlns:p14="http://schemas.microsoft.com/office/powerpoint/2010/main" val="1394882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681</Words>
  <Application>Microsoft Office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Study on Multi-View Representation Module [ MVRM ]                                                and                                   Reward Shaping in HAR.</vt:lpstr>
      <vt:lpstr>Introduction</vt:lpstr>
      <vt:lpstr>Problem Statement</vt:lpstr>
      <vt:lpstr>What is MVRM?</vt:lpstr>
      <vt:lpstr>Working of MVRM</vt:lpstr>
      <vt:lpstr>Reward Shaping</vt:lpstr>
      <vt:lpstr>Reward Shaping</vt:lpstr>
      <vt:lpstr>Working of Reward Shaping</vt:lpstr>
      <vt:lpstr>Working of Reward Shaping</vt:lpstr>
      <vt:lpstr>Reward shaping in HAR</vt:lpstr>
      <vt:lpstr>Reward shaping in HAR Example</vt:lpstr>
      <vt:lpstr>Challenges in Reward Shipping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poojith kumar parchuri</dc:creator>
  <cp:lastModifiedBy>poojith kumar parchuri</cp:lastModifiedBy>
  <cp:revision>9</cp:revision>
  <dcterms:created xsi:type="dcterms:W3CDTF">2026-06-04T02:06:42Z</dcterms:created>
  <dcterms:modified xsi:type="dcterms:W3CDTF">2026-06-04T03:51:52Z</dcterms:modified>
</cp:coreProperties>
</file>