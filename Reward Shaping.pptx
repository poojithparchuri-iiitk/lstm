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627A-AEE4-0B19-89DF-BCBAB2D3E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F6A74-2D90-F9E7-47B7-477136AA4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162EC-A346-5986-F63B-A3F46A93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830-6CB1-40AF-8543-CD56D508574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10AF9-7F05-0177-DF33-4C16BF831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7C642-15A6-7CC6-8B10-75E43C1D1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9A3D-8051-4F3C-BEA9-3BDEFC1D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94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43E3-C440-C644-10B7-1286ABF7A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D7B00-9403-86ED-8820-0F611C780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DB70-CB3B-AB77-A4B4-B680CBE44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830-6CB1-40AF-8543-CD56D508574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DAE72-17B3-72E9-7FF0-91E92393C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61A9A-A06D-01B6-5A72-57DB45FB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9A3D-8051-4F3C-BEA9-3BDEFC1D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481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90F6-9FE3-F16C-717D-514A99F30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11EA9-8CF7-4516-7B99-2BFC0A50D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8652E-362C-AED4-0133-D436216BB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830-6CB1-40AF-8543-CD56D508574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FE44E-2788-A855-FFD6-E5CB1A991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5DB11-F10C-F577-2DFF-7FEB717B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9A3D-8051-4F3C-BEA9-3BDEFC1D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276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2D7A-C8CF-D651-B48A-34C8F49F4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C66B8-DE22-D9BF-E5D2-2903053FF0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5C001-2D63-1651-5FA6-DBFACAE10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ED320-02D4-05E3-DC8E-C4FBC801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830-6CB1-40AF-8543-CD56D508574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835C6-4A93-D6A9-2E98-E74EDB58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BB552-3699-A88F-2E3F-464149A74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9A3D-8051-4F3C-BEA9-3BDEFC1D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48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B226-016D-085F-1821-D8F4A3ACD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879DC-B161-D8AE-872A-A74017DBB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58712-EC05-C32A-9F36-A26948A4B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6A24EA-2D61-B4F3-8CD5-3851474109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C2E85-9575-5BD0-1FBC-41CFD598D8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926AB-B608-EEBC-FFD1-50C7514E2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830-6CB1-40AF-8543-CD56D508574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B2A05F-9324-AF01-6D81-8DB90AE45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6DC710-5E08-4040-715B-EFD7D8F43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9A3D-8051-4F3C-BEA9-3BDEFC1D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167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FE6D-82C7-92F0-EE4B-04B0AA731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B64A22-6172-C5E4-0322-5E6E3B569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830-6CB1-40AF-8543-CD56D508574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40F976-D721-22CC-95FC-D20C00E03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3CFD3-0A3B-FDA6-93F8-83B128581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9A3D-8051-4F3C-BEA9-3BDEFC1D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240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4C9599-599C-9DEA-E521-538EACDE8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830-6CB1-40AF-8543-CD56D508574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CBF9B0-2707-0EE7-A927-94CA06353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AB7F0-742E-2D2D-8A3F-8DDD85E0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9A3D-8051-4F3C-BEA9-3BDEFC1D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20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2DA69-387C-5BD8-E32C-878ED036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3D7DE-8C97-1C6A-1F54-77CF61A85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B777B-7020-D775-6299-545D2DAD5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B9DAF-0DCC-521B-084F-2B8A45FA5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830-6CB1-40AF-8543-CD56D508574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A2020-C9B3-4746-48F0-0A202E74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46F4D-FB47-58D3-0BCE-B15CF9E1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9A3D-8051-4F3C-BEA9-3BDEFC1D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72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48BF-031F-0F9F-6196-D47292C93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FAE6A5-04A2-5B2E-ED2B-23FB1F8BF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70DD2-CE03-7FD7-CFE8-B164F2146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35B25-786A-9EC0-D794-ADFAB144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830-6CB1-40AF-8543-CD56D508574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CC79-947B-4BB2-4236-6F1B8B8B6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ABD2F-8B90-BD0C-1F9D-72C70671C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9A3D-8051-4F3C-BEA9-3BDEFC1D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780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76373-864A-0390-1B3E-837AA194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E4751-0CA0-928A-81B3-0625BB12A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900AB-03CD-661A-0FDF-EC771AC4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830-6CB1-40AF-8543-CD56D508574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E6568-102F-A2D2-B411-E0AA1F691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BBCC3-76E7-2BB8-206C-03CD4C2C4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9A3D-8051-4F3C-BEA9-3BDEFC1D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63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3B238-468F-9884-3A61-8FB6EF1AC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3F58A-9401-7CF6-4E35-45B942D3C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A0096-318E-18F8-67B6-4FF89B1C1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830-6CB1-40AF-8543-CD56D508574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5C0A6-6AB6-CB10-FA0B-AC276B63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61E55-2C0F-9EE7-F359-CFA2AC1B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9A3D-8051-4F3C-BEA9-3BDEFC1D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58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065267-BBA4-A97C-2884-7039E30A5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63E10-B611-A13E-708F-8C6ECD241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59A61-E40D-A1E9-1EF9-74A374235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4F830-6CB1-40AF-8543-CD56D508574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8E98D-6835-AFCA-30F6-84DCE88A5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88EC9-5DBF-A122-8951-B3785FECA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F9A3D-8051-4F3C-BEA9-3BDEFC1D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10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4D97-3C45-89DC-6016-B51C9518C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8776"/>
            <a:ext cx="9144000" cy="23876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IN" dirty="0"/>
              <a:t>Reward Shaping </a:t>
            </a:r>
            <a:br>
              <a:rPr lang="en-IN" dirty="0"/>
            </a:br>
            <a:r>
              <a:rPr lang="en-IN" dirty="0"/>
              <a:t>For</a:t>
            </a:r>
            <a:br>
              <a:rPr lang="en-IN" dirty="0"/>
            </a:br>
            <a:r>
              <a:rPr lang="en-IN" dirty="0"/>
              <a:t>UCI Dataset</a:t>
            </a:r>
          </a:p>
        </p:txBody>
      </p:sp>
    </p:spTree>
    <p:extLst>
      <p:ext uri="{BB962C8B-B14F-4D97-AF65-F5344CB8AC3E}">
        <p14:creationId xmlns:p14="http://schemas.microsoft.com/office/powerpoint/2010/main" val="1036812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3CA8DE-AF26-7080-3C35-6D8EFEC5B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33" y="1211825"/>
            <a:ext cx="6045765" cy="51471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B132F8-EC23-6400-F77D-DCCF4389BFAE}"/>
              </a:ext>
            </a:extLst>
          </p:cNvPr>
          <p:cNvSpPr txBox="1"/>
          <p:nvPr/>
        </p:nvSpPr>
        <p:spPr>
          <a:xfrm>
            <a:off x="7374194" y="5291591"/>
            <a:ext cx="298900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b="1" dirty="0"/>
              <a:t>Accuracy = 91.38%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91FAD8-77F1-30BA-EF2F-FCE9A359DD9C}"/>
              </a:ext>
            </a:extLst>
          </p:cNvPr>
          <p:cNvSpPr txBox="1"/>
          <p:nvPr/>
        </p:nvSpPr>
        <p:spPr>
          <a:xfrm>
            <a:off x="88490" y="106043"/>
            <a:ext cx="1201501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4000" dirty="0"/>
              <a:t>Results for LSTM [ baseline 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526C69-3CE2-2D7D-78B3-43FC854A2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704" y="1319507"/>
            <a:ext cx="4054191" cy="32006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68413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C9FDA-BBA3-7CD5-3F87-2E85BE5B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58B6D-6A75-6F25-C318-EC902F8F9346}"/>
              </a:ext>
            </a:extLst>
          </p:cNvPr>
          <p:cNvSpPr txBox="1"/>
          <p:nvPr/>
        </p:nvSpPr>
        <p:spPr>
          <a:xfrm>
            <a:off x="7275871" y="5065449"/>
            <a:ext cx="307749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b="1" dirty="0"/>
              <a:t>Accuracy = 91.8%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AB4AD4-EE5A-EA2A-5759-64F6696B8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41" y="1239297"/>
            <a:ext cx="6045765" cy="51471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A476BF-FE4A-7311-C207-7251E541ADDA}"/>
              </a:ext>
            </a:extLst>
          </p:cNvPr>
          <p:cNvSpPr txBox="1"/>
          <p:nvPr/>
        </p:nvSpPr>
        <p:spPr>
          <a:xfrm>
            <a:off x="88490" y="106043"/>
            <a:ext cx="1201501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4000" dirty="0"/>
              <a:t>Results for LSTM with Reward Shaping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EB4B23-43C1-CA6B-3599-8C58ECE5D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449" y="1269331"/>
            <a:ext cx="4122777" cy="31397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588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Reward Shaping  For UCI Dataset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poojith kumar parchuri</dc:creator>
  <cp:lastModifiedBy>poojith kumar parchuri</cp:lastModifiedBy>
  <cp:revision>2</cp:revision>
  <dcterms:created xsi:type="dcterms:W3CDTF">2026-06-25T04:24:59Z</dcterms:created>
  <dcterms:modified xsi:type="dcterms:W3CDTF">2026-06-25T04:32:56Z</dcterms:modified>
</cp:coreProperties>
</file>