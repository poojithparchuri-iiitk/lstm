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B64B-EE02-59CC-CBF8-2BBA0584B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6ABE4-FC43-C69C-07AA-04C85FC6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2BC79-038D-64E8-12D2-AE52166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EB75-B2C2-7F12-4348-8B5B4456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9024C-F741-6E78-1F3E-0BFED7AA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4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4A27-BDFB-F536-1F78-DAC8B13D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A102-94B1-8E1F-1049-245940488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B3259-6B10-9C8D-44CF-3F250279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8A58B-AE4F-E161-ADA6-3DDDA69E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50393-115E-FB4A-3C70-FD4CEE7B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07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1883-8120-5D17-DD7A-3DBDE9E8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9FAFA-B149-2936-4B12-30B35487A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CB66B-7C4B-6653-22B4-9CF8080A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1E894-3420-1CB9-9703-5E9D1CCE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73669-B037-C873-7781-82652ACC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ED84-E731-174F-B114-40C724A6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6FEE0-74C7-DB6F-4733-8751A36C6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DA14D-1C92-F7CB-D19B-9E52AEC31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9904E-4A2B-DF2E-67E8-9AE156DC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F5053-8F70-F66C-BAAB-208C561A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24F85-07EF-60E7-A913-20FB1EC2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4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C754-247B-CCEC-EDDE-6377783B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39846-C47D-750E-9685-A8D9D2F2F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2E164-E631-7404-9DF9-A01EFB55B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25111-FCE7-192A-16F1-8E49A7304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0062D-A734-564E-15FD-AA8B5E7A1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056AE-4D82-2276-03DB-BDFE9960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E4EB8-960A-8F3B-FBF5-7CAEF06A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54DF2-921C-490D-3C58-64730A17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67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B0F3-C263-3197-CA17-2FA1C391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DF5C6-194D-1E54-E985-412F5960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D2CB2-74D5-C9D9-852A-5903889B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B9482-DF9C-C63A-0EB1-AD407200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46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01AD2-24D8-71C7-A276-DE016A2D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563639-E538-F5FB-1937-7DF8B502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4667-212B-A9E6-2611-62FD11F8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96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93F3-4640-EC46-FEF4-157A7B1A6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0846-D69A-C74E-2DB7-8D8DEBE6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26EE-160B-3946-3CBF-4BC3C1E63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A65D2-BA53-9349-55C4-9BF5DF4C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CEA1B-E2F4-D079-2DDA-AD628018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CE799-E784-C676-79FA-0DA5ED00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2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8BCF-BC41-3959-536D-7CF7E84B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BF0AE-93BD-9D00-27C2-53F7A3B24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DB1E7-151C-A214-8CE6-10DBC4BD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24CC3-061D-CA00-CE56-F112E2BC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D0EB5-44F3-3169-F26D-5DF66CE0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48E7C-5415-486B-85A1-175DE85C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92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7450-BCC8-A390-94B8-CD3A6B23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7CB3A-9B7F-2311-C90F-BD612F478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4BD09-B862-E063-E4CE-E160C32F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2F45C-69C6-69AF-F442-3DB7C685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621A-52EB-FDA2-C04D-439F0E9A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85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55FD6-939F-512B-6CA0-7E7DA11A5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846C6-4297-CBE2-6632-28067B5FA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B63DE-BAEA-443D-139B-97F17799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09EC-A2F6-5771-3803-0F24D446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4D69-1AE8-75EC-14D1-5F4137FF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7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F3ED8-CAB8-28ED-FA99-3375804C5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E1F2B-5608-BB6A-6CEA-315CBFB56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C516D-7459-E528-E814-33A9621E5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FC9AA-343C-40D0-B847-860115162E8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1491A-235A-6BEC-F23E-31A767650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DC52-711B-DA57-9B07-FD73E5E3C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35896-CE80-45CE-90C4-11580E288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62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F212-849F-B23C-4F0E-C42D45548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128" y="1891146"/>
            <a:ext cx="9504218" cy="243969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LSTM vs </a:t>
            </a:r>
            <a:r>
              <a:rPr lang="en-US" dirty="0" err="1"/>
              <a:t>BiLSTM</a:t>
            </a:r>
            <a:br>
              <a:rPr lang="en-US" dirty="0"/>
            </a:br>
            <a:r>
              <a:rPr lang="en-US" dirty="0"/>
              <a:t>for </a:t>
            </a:r>
            <a:br>
              <a:rPr lang="en-US" dirty="0"/>
            </a:br>
            <a:r>
              <a:rPr lang="en-US" dirty="0"/>
              <a:t>Human Activity Recognition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D9D32-FBE9-0CB0-C38C-DE6E552EB54B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36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EDF108-1159-43B4-0547-1A21ED372A6A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Working of LSTM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8DEFF4-DD67-08C2-B4E3-3383FC352118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42628-9FD1-AF44-C5DF-FBF8DE74CC3E}"/>
              </a:ext>
            </a:extLst>
          </p:cNvPr>
          <p:cNvSpPr txBox="1"/>
          <p:nvPr/>
        </p:nvSpPr>
        <p:spPr>
          <a:xfrm>
            <a:off x="363682" y="1184564"/>
            <a:ext cx="174567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Input Sequence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7D92EAF-38A8-DCEE-6EE2-7C76C63C72A3}"/>
              </a:ext>
            </a:extLst>
          </p:cNvPr>
          <p:cNvSpPr/>
          <p:nvPr/>
        </p:nvSpPr>
        <p:spPr>
          <a:xfrm>
            <a:off x="2192482" y="1319645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4B349-E8BE-282A-9AC0-5893EA8211F8}"/>
              </a:ext>
            </a:extLst>
          </p:cNvPr>
          <p:cNvSpPr txBox="1"/>
          <p:nvPr/>
        </p:nvSpPr>
        <p:spPr>
          <a:xfrm>
            <a:off x="2826327" y="1069443"/>
            <a:ext cx="1745673" cy="64633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Previous states + Current input</a:t>
            </a:r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CDAC563-40A4-76EE-072B-7D90ADB5C773}"/>
              </a:ext>
            </a:extLst>
          </p:cNvPr>
          <p:cNvSpPr/>
          <p:nvPr/>
        </p:nvSpPr>
        <p:spPr>
          <a:xfrm>
            <a:off x="4738254" y="1319645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4BA23-3B61-1738-0709-EC02263AEC1C}"/>
              </a:ext>
            </a:extLst>
          </p:cNvPr>
          <p:cNvSpPr txBox="1"/>
          <p:nvPr/>
        </p:nvSpPr>
        <p:spPr>
          <a:xfrm>
            <a:off x="5455226" y="1184564"/>
            <a:ext cx="1267691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Forget gate</a:t>
            </a:r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64296B-890A-6CEA-8153-87C31CB5EDF7}"/>
              </a:ext>
            </a:extLst>
          </p:cNvPr>
          <p:cNvSpPr/>
          <p:nvPr/>
        </p:nvSpPr>
        <p:spPr>
          <a:xfrm>
            <a:off x="6904757" y="1319644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ED180B-3DCA-506B-B404-B4C9BC820EB5}"/>
              </a:ext>
            </a:extLst>
          </p:cNvPr>
          <p:cNvSpPr txBox="1"/>
          <p:nvPr/>
        </p:nvSpPr>
        <p:spPr>
          <a:xfrm>
            <a:off x="7620002" y="1173716"/>
            <a:ext cx="12676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Input gate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93AB4C-4D94-C02B-BC1F-98242E3162F4}"/>
              </a:ext>
            </a:extLst>
          </p:cNvPr>
          <p:cNvSpPr/>
          <p:nvPr/>
        </p:nvSpPr>
        <p:spPr>
          <a:xfrm>
            <a:off x="9052220" y="1319644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DB3C6-5370-D40B-6D0D-D6DC518C3653}"/>
              </a:ext>
            </a:extLst>
          </p:cNvPr>
          <p:cNvSpPr txBox="1"/>
          <p:nvPr/>
        </p:nvSpPr>
        <p:spPr>
          <a:xfrm>
            <a:off x="9912927" y="1184564"/>
            <a:ext cx="20227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Candidate memory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09B5052-1DC0-4B47-E544-6A335E83496B}"/>
              </a:ext>
            </a:extLst>
          </p:cNvPr>
          <p:cNvSpPr/>
          <p:nvPr/>
        </p:nvSpPr>
        <p:spPr>
          <a:xfrm>
            <a:off x="10661073" y="1715774"/>
            <a:ext cx="207818" cy="86117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F14F0A-29BA-EC5C-8D60-F47C3504602E}"/>
              </a:ext>
            </a:extLst>
          </p:cNvPr>
          <p:cNvSpPr txBox="1"/>
          <p:nvPr/>
        </p:nvSpPr>
        <p:spPr>
          <a:xfrm>
            <a:off x="10347185" y="2789049"/>
            <a:ext cx="11542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Cell state</a:t>
            </a:r>
            <a:endParaRPr lang="en-IN" dirty="0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946A336D-F725-74DF-6B85-C2D7C19FECF0}"/>
              </a:ext>
            </a:extLst>
          </p:cNvPr>
          <p:cNvSpPr/>
          <p:nvPr/>
        </p:nvSpPr>
        <p:spPr>
          <a:xfrm>
            <a:off x="9423474" y="2898105"/>
            <a:ext cx="706582" cy="18466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29096-4B62-EE0A-43D4-BF8522EB5080}"/>
              </a:ext>
            </a:extLst>
          </p:cNvPr>
          <p:cNvSpPr txBox="1"/>
          <p:nvPr/>
        </p:nvSpPr>
        <p:spPr>
          <a:xfrm>
            <a:off x="7793182" y="2805772"/>
            <a:ext cx="141316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Output gate</a:t>
            </a:r>
            <a:endParaRPr lang="en-IN" dirty="0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3C67DEB-71A2-A9D0-90E1-8D04617DD501}"/>
              </a:ext>
            </a:extLst>
          </p:cNvPr>
          <p:cNvSpPr/>
          <p:nvPr/>
        </p:nvSpPr>
        <p:spPr>
          <a:xfrm>
            <a:off x="6913420" y="2898105"/>
            <a:ext cx="706582" cy="18466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3AA07-31AF-E654-8618-651850863CC8}"/>
              </a:ext>
            </a:extLst>
          </p:cNvPr>
          <p:cNvSpPr txBox="1"/>
          <p:nvPr/>
        </p:nvSpPr>
        <p:spPr>
          <a:xfrm>
            <a:off x="5185064" y="2825595"/>
            <a:ext cx="15112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Hidden State</a:t>
            </a:r>
            <a:endParaRPr lang="en-IN" dirty="0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408EB8FD-BE08-B92C-078E-4A462B30F7E4}"/>
              </a:ext>
            </a:extLst>
          </p:cNvPr>
          <p:cNvSpPr/>
          <p:nvPr/>
        </p:nvSpPr>
        <p:spPr>
          <a:xfrm>
            <a:off x="4218709" y="2898105"/>
            <a:ext cx="706582" cy="18466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7294C3-91DF-6537-FC3C-320FF1E4DDD8}"/>
              </a:ext>
            </a:extLst>
          </p:cNvPr>
          <p:cNvSpPr txBox="1"/>
          <p:nvPr/>
        </p:nvSpPr>
        <p:spPr>
          <a:xfrm>
            <a:off x="2660073" y="2789049"/>
            <a:ext cx="14281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Dense Layer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3D1CA56B-C738-01B8-F3E1-F87708DAF4B0}"/>
              </a:ext>
            </a:extLst>
          </p:cNvPr>
          <p:cNvSpPr/>
          <p:nvPr/>
        </p:nvSpPr>
        <p:spPr>
          <a:xfrm>
            <a:off x="3166305" y="3370485"/>
            <a:ext cx="207818" cy="86117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C1ACE-C65F-6CB4-B1DC-F59143DD3E02}"/>
              </a:ext>
            </a:extLst>
          </p:cNvPr>
          <p:cNvSpPr txBox="1"/>
          <p:nvPr/>
        </p:nvSpPr>
        <p:spPr>
          <a:xfrm>
            <a:off x="2473036" y="4351720"/>
            <a:ext cx="22652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Softmax</a:t>
            </a:r>
            <a:r>
              <a:rPr lang="en-US" dirty="0"/>
              <a:t> classification</a:t>
            </a:r>
            <a:endParaRPr lang="en-IN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D9D0261-B817-7747-D839-DED7210C24E3}"/>
              </a:ext>
            </a:extLst>
          </p:cNvPr>
          <p:cNvSpPr/>
          <p:nvPr/>
        </p:nvSpPr>
        <p:spPr>
          <a:xfrm>
            <a:off x="5013613" y="4463422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1738F9-848C-EDDF-BA67-2BD809236A77}"/>
              </a:ext>
            </a:extLst>
          </p:cNvPr>
          <p:cNvSpPr txBox="1"/>
          <p:nvPr/>
        </p:nvSpPr>
        <p:spPr>
          <a:xfrm>
            <a:off x="5725391" y="4375058"/>
            <a:ext cx="12676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72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9F505-5AA3-8F77-19B5-FF50D885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27AAB-9F35-8E8B-0977-E707FDCD4925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Working of </a:t>
            </a:r>
            <a:r>
              <a:rPr lang="en-US" sz="3600" dirty="0" err="1"/>
              <a:t>BiLSTM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8961A-76A7-0A7C-4169-886DD6FBC7E8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F8CE1-E786-6243-1EB2-4EDCBEB76908}"/>
              </a:ext>
            </a:extLst>
          </p:cNvPr>
          <p:cNvSpPr txBox="1"/>
          <p:nvPr/>
        </p:nvSpPr>
        <p:spPr>
          <a:xfrm>
            <a:off x="701386" y="1194498"/>
            <a:ext cx="174567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Input Sequence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E88C4-5308-386E-04DB-F27807EDA1FB}"/>
              </a:ext>
            </a:extLst>
          </p:cNvPr>
          <p:cNvSpPr txBox="1"/>
          <p:nvPr/>
        </p:nvSpPr>
        <p:spPr>
          <a:xfrm>
            <a:off x="363682" y="2164589"/>
            <a:ext cx="262197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Forward LSTM Processing</a:t>
            </a:r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2BD9828-6B94-1A8E-0D5A-FEA00EDAD87B}"/>
              </a:ext>
            </a:extLst>
          </p:cNvPr>
          <p:cNvSpPr/>
          <p:nvPr/>
        </p:nvSpPr>
        <p:spPr>
          <a:xfrm>
            <a:off x="2703907" y="5261401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EA9B3-E93B-9509-0040-92C3D4830C42}"/>
              </a:ext>
            </a:extLst>
          </p:cNvPr>
          <p:cNvSpPr txBox="1"/>
          <p:nvPr/>
        </p:nvSpPr>
        <p:spPr>
          <a:xfrm>
            <a:off x="363682" y="3204200"/>
            <a:ext cx="271376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Backward LSTM Processing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E0631-D2CB-D8C4-82E3-ACA735BE4CAA}"/>
              </a:ext>
            </a:extLst>
          </p:cNvPr>
          <p:cNvSpPr txBox="1"/>
          <p:nvPr/>
        </p:nvSpPr>
        <p:spPr>
          <a:xfrm>
            <a:off x="577886" y="4167054"/>
            <a:ext cx="2193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 Combination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67D2A9C-580F-001D-1C5A-B1C85A7434B4}"/>
              </a:ext>
            </a:extLst>
          </p:cNvPr>
          <p:cNvSpPr/>
          <p:nvPr/>
        </p:nvSpPr>
        <p:spPr>
          <a:xfrm>
            <a:off x="1366402" y="1656161"/>
            <a:ext cx="193965" cy="43058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DB596-891F-7ADE-F1A9-52869B01905A}"/>
              </a:ext>
            </a:extLst>
          </p:cNvPr>
          <p:cNvSpPr txBox="1"/>
          <p:nvPr/>
        </p:nvSpPr>
        <p:spPr>
          <a:xfrm>
            <a:off x="846314" y="5149699"/>
            <a:ext cx="14281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Dense Layer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22E7D-40C4-5800-548C-CEBE84997A12}"/>
              </a:ext>
            </a:extLst>
          </p:cNvPr>
          <p:cNvSpPr txBox="1"/>
          <p:nvPr/>
        </p:nvSpPr>
        <p:spPr>
          <a:xfrm>
            <a:off x="3546766" y="5173918"/>
            <a:ext cx="22652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Softmax</a:t>
            </a:r>
            <a:r>
              <a:rPr lang="en-US" dirty="0"/>
              <a:t> classification</a:t>
            </a:r>
            <a:endParaRPr lang="en-IN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9F4AD58D-ABBC-97CA-9291-ECAD7148F9F4}"/>
              </a:ext>
            </a:extLst>
          </p:cNvPr>
          <p:cNvSpPr/>
          <p:nvPr/>
        </p:nvSpPr>
        <p:spPr>
          <a:xfrm>
            <a:off x="6145573" y="5261401"/>
            <a:ext cx="550718" cy="1459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89F41-47BD-4F3B-C377-F0E232D9317A}"/>
              </a:ext>
            </a:extLst>
          </p:cNvPr>
          <p:cNvSpPr txBox="1"/>
          <p:nvPr/>
        </p:nvSpPr>
        <p:spPr>
          <a:xfrm>
            <a:off x="7029880" y="5123830"/>
            <a:ext cx="12676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Prediction</a:t>
            </a:r>
            <a:endParaRPr lang="en-IN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FCB5817-6C9D-EAFD-757B-C0FF5F863671}"/>
              </a:ext>
            </a:extLst>
          </p:cNvPr>
          <p:cNvSpPr/>
          <p:nvPr/>
        </p:nvSpPr>
        <p:spPr>
          <a:xfrm>
            <a:off x="1366401" y="2687506"/>
            <a:ext cx="193965" cy="43058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0C3E8DA-33B1-1BC7-DA95-3C4AF8242A57}"/>
              </a:ext>
            </a:extLst>
          </p:cNvPr>
          <p:cNvSpPr/>
          <p:nvPr/>
        </p:nvSpPr>
        <p:spPr>
          <a:xfrm>
            <a:off x="1366400" y="3635085"/>
            <a:ext cx="193965" cy="43058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B71DB4C-D6BC-B0C8-4CE3-1C784C325A37}"/>
              </a:ext>
            </a:extLst>
          </p:cNvPr>
          <p:cNvSpPr/>
          <p:nvPr/>
        </p:nvSpPr>
        <p:spPr>
          <a:xfrm>
            <a:off x="1366399" y="4670893"/>
            <a:ext cx="193965" cy="43058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AB3927-9FD0-9A4F-D624-5710EE9AC713}"/>
              </a:ext>
            </a:extLst>
          </p:cNvPr>
          <p:cNvSpPr txBox="1"/>
          <p:nvPr/>
        </p:nvSpPr>
        <p:spPr>
          <a:xfrm>
            <a:off x="3236118" y="2170592"/>
            <a:ext cx="636962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model learns patterns using past to future motion information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E59542-7CCC-0AAA-8BBE-68AB6BD093D5}"/>
              </a:ext>
            </a:extLst>
          </p:cNvPr>
          <p:cNvSpPr txBox="1"/>
          <p:nvPr/>
        </p:nvSpPr>
        <p:spPr>
          <a:xfrm>
            <a:off x="3236118" y="3229006"/>
            <a:ext cx="62702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Model learns patterns using future to past motion information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1F32CA-1E4F-39FA-0485-068D8A0E3E99}"/>
              </a:ext>
            </a:extLst>
          </p:cNvPr>
          <p:cNvSpPr txBox="1"/>
          <p:nvPr/>
        </p:nvSpPr>
        <p:spPr>
          <a:xfrm>
            <a:off x="3045507" y="4194760"/>
            <a:ext cx="39843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Merging outputs of both processing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39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5" grpId="0" animBg="1"/>
      <p:bldP spid="22" grpId="0" animBg="1"/>
      <p:bldP spid="25" grpId="0" animBg="1"/>
      <p:bldP spid="26" grpId="0" animBg="1"/>
      <p:bldP spid="27" grpId="0" animBg="1"/>
      <p:bldP spid="2" grpId="0" animBg="1"/>
      <p:bldP spid="3" grpId="0" animBg="1"/>
      <p:bldP spid="23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B9A5C8A-1204-96D8-B424-34E358B76201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E4640E-E23C-9D82-E13A-67A9F9E769F1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LSTM vs </a:t>
            </a:r>
            <a:r>
              <a:rPr lang="en-US" sz="3600" dirty="0" err="1"/>
              <a:t>BiLSTM</a:t>
            </a:r>
            <a:endParaRPr lang="en-IN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4E0123-AF59-CA04-721B-C402D5055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38852"/>
              </p:ext>
            </p:extLst>
          </p:nvPr>
        </p:nvGraphicFramePr>
        <p:xfrm>
          <a:off x="484909" y="1144039"/>
          <a:ext cx="10515600" cy="25603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71045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64287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1229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BiLSTM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69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Forward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Forward + Backward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79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188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76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432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909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290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23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0E1A-CD94-C83A-D4C8-074A30A9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2A0116B-77B9-CD8F-AAE7-85679B1639F3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A71433-1BCD-9B66-E9AD-F34BE563A8BA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Dataset and Pipelining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95261C-375D-0E19-7227-F6781965B66C}"/>
              </a:ext>
            </a:extLst>
          </p:cNvPr>
          <p:cNvSpPr txBox="1"/>
          <p:nvPr/>
        </p:nvSpPr>
        <p:spPr>
          <a:xfrm>
            <a:off x="155864" y="1049481"/>
            <a:ext cx="11606645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Dataset is organized person-wise where each person’s activities are grouped into CSV files based on activity.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Activities include: Walking, Jumping, Running, Bending, standing, sitting, squat. 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8F3B-5509-80D9-09DD-A807B8DD29AC}"/>
              </a:ext>
            </a:extLst>
          </p:cNvPr>
          <p:cNvSpPr txBox="1"/>
          <p:nvPr/>
        </p:nvSpPr>
        <p:spPr>
          <a:xfrm>
            <a:off x="280555" y="1953491"/>
            <a:ext cx="11481954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Pipelining: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Sliding window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Feature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 split into training and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Activity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Performance Evaluation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641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1B04-CF53-3C19-E104-4FB58B78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92DCFBB-EF44-F2A7-8C44-2FB5FB96FB44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096A84-FF53-154D-CD6E-F7C069C7A00F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Performance metrics and Confusion Matrix [LSTM]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5A094-600B-D36F-62FA-F33299CE4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2" y="978824"/>
            <a:ext cx="6484620" cy="5212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7A7B6-2F31-8E9A-D2F1-99604A68B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968" y="2099309"/>
            <a:ext cx="5318760" cy="32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9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661E3-1696-A463-8981-D5EA823E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159B68F-D768-59B4-6D44-A342E743458D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D1042E-73D8-E80B-F6EC-B2CF228D1D60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Performance metrics and Confusion Matrix [</a:t>
            </a:r>
            <a:r>
              <a:rPr lang="en-US" sz="3600" dirty="0" err="1"/>
              <a:t>BiLSTM</a:t>
            </a:r>
            <a:r>
              <a:rPr lang="en-US" sz="3600" dirty="0"/>
              <a:t>]</a:t>
            </a:r>
            <a:endParaRPr lang="en-IN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E0D77-0480-B04C-98F0-0E3D9EE06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93" y="993024"/>
            <a:ext cx="6080760" cy="5204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4E393-6647-EA95-8945-3FD02069D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780" y="1569028"/>
            <a:ext cx="5335862" cy="386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5CC7-B4B2-2368-BD15-773CBFCB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B841173-FAFB-5F9B-D405-D082452DED10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BED4FB-DD7D-5334-8AB0-D826C0B2645E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Observations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BCF0B5-1B4C-6136-3167-8F47C9B73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252153"/>
            <a:ext cx="11772900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LSTM model achieved approximately 94% overall classification accuracy.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Sitting, squat, and walking activities were classified with very high accuracy.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confusion was observed between jumping and running due to similar motion patterns.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successfully learned temporal dependencies from sequential data using forward sequence learning.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9B27A6-3FA8-F9EF-4EAF-0C85BB52E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3625428"/>
            <a:ext cx="11149445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high accuracy of 94%.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activities were classified correctly with very few errors.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Sitting, squat, and walking showed excellent prediction performance.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Bidirectional learning improved temporal feature understanding.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reduced misclassification compared to LSTM. </a:t>
            </a:r>
          </a:p>
        </p:txBody>
      </p:sp>
    </p:spTree>
    <p:extLst>
      <p:ext uri="{BB962C8B-B14F-4D97-AF65-F5344CB8AC3E}">
        <p14:creationId xmlns:p14="http://schemas.microsoft.com/office/powerpoint/2010/main" val="96060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3EBF-5019-8ECD-AE19-B3A23DA6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9BF4BDE-AD62-2241-3C5B-0AC4C26926A2}"/>
              </a:ext>
            </a:extLst>
          </p:cNvPr>
          <p:cNvSpPr/>
          <p:nvPr/>
        </p:nvSpPr>
        <p:spPr>
          <a:xfrm>
            <a:off x="0" y="6577445"/>
            <a:ext cx="12192000" cy="2805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A8BAFA-B8A2-3D5F-79D2-593BA4989BCD}"/>
              </a:ext>
            </a:extLst>
          </p:cNvPr>
          <p:cNvSpPr/>
          <p:nvPr/>
        </p:nvSpPr>
        <p:spPr>
          <a:xfrm>
            <a:off x="0" y="0"/>
            <a:ext cx="12192000" cy="8312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D852EA-669F-75C5-DFD9-A59252029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27" y="1043496"/>
            <a:ext cx="11565082" cy="2462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LSTM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performed effectively for Human Activity Recognition.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Sliding window preprocessing improved sequential feature learning.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better contextual understanding using bidirectional sequence processing.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matrices and performance metrics showed reduced misclassification in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slightly better.</a:t>
            </a:r>
          </a:p>
        </p:txBody>
      </p:sp>
    </p:spTree>
    <p:extLst>
      <p:ext uri="{BB962C8B-B14F-4D97-AF65-F5344CB8AC3E}">
        <p14:creationId xmlns:p14="http://schemas.microsoft.com/office/powerpoint/2010/main" val="28313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50B06-09C7-AB39-F93B-97948E08F3A2}"/>
              </a:ext>
            </a:extLst>
          </p:cNvPr>
          <p:cNvSpPr/>
          <p:nvPr/>
        </p:nvSpPr>
        <p:spPr>
          <a:xfrm>
            <a:off x="2043512" y="1658081"/>
            <a:ext cx="810497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odoni MT" panose="020706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4232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334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Bodoni MT</vt:lpstr>
      <vt:lpstr>Calibri</vt:lpstr>
      <vt:lpstr>Calibri Light</vt:lpstr>
      <vt:lpstr>Wingdings</vt:lpstr>
      <vt:lpstr>Office Theme</vt:lpstr>
      <vt:lpstr>LSTM vs BiLSTM for  Human Activity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7</cp:revision>
  <dcterms:created xsi:type="dcterms:W3CDTF">2026-05-07T06:18:25Z</dcterms:created>
  <dcterms:modified xsi:type="dcterms:W3CDTF">2026-05-07T09:18:53Z</dcterms:modified>
</cp:coreProperties>
</file>